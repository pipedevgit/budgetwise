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equipo en 20 segundos y pasar rapido al problema. El objetivo general es textual del enunciado: administrar finanzas basicas de forma clara, organizada y confiable.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exclusiones estan en el enunciado y dan puntos: nombrarlas explicitamente muestra que se leyo el alcance. No implementamos nada de la columna derecha, ni siquiera "dejado preparado".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 clave: que el saldo, las alertas y el progreso de metas vivan en service/ no es estilo. Es lo que permite probarlos con JUnit sin levantar Spring. Alternativas consideradas en D-01: microservicios, hexagonal y Clean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respaldo por reglas de la IA (D-03) es deliberado: no queremos depender de una llamada de red el dia de la exposicion. Si el modelo externo falla, el recomendador por reglas responde igual.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FILMINA ESTA INCOMPLETA A PROPOSITO. Las tres cifras se llenan al cerrar el Sprint 3; no presentar numeros inventados. La evidencia visual ya tiene dueño: la issue #18 pide guardar captura o video de la corrida E2E para esta filmina, y la #19 pide capturas de logs y metricas. Las capturas de logs y metricas de la #19 ya estan en docs/scrum/capturas/. Falta la de la corrida E2E (#18): reclamarsela a Felipe antes del 22, que cierra el Sprint 3. La entrega es el 23. Ensayar la demo completa con el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BudgetWise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3502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de gestión de presupuesto personal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556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II  ·  Universidad Invenio  ·  Septiembre 2026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2487168"/>
            <a:ext cx="5257800" cy="1874520"/>
          </a:xfrm>
          <a:prstGeom prst="roundRect">
            <a:avLst>
              <a:gd name="adj" fmla="val 3902"/>
            </a:avLst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7552" y="2761488"/>
            <a:ext cx="310896" cy="3108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44752" y="272491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2461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9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Llevar el control del dinero a mano es tedioso y no da visibilidad: no se sabe en qué se fue el mes, cuánto queda disponible, ni cuándo se pasó del presupuesto.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2487168"/>
            <a:ext cx="5257800" cy="1874520"/>
          </a:xfrm>
          <a:prstGeom prst="roundRect">
            <a:avLst>
              <a:gd name="adj" fmla="val 3902"/>
            </a:avLst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65392" y="2761488"/>
            <a:ext cx="310896" cy="31089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22592" y="272491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objetivo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565392" y="32461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9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MVP que permita administrar las finanzas básicas de forma clara, organizada y confiable, aplicando desarrollo ágil, arquitectura, pruebas automatizadas y despliegue moderno.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646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1937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4681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7241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@PipeDevGit · DevOps, CI, observabilidad y E2E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51937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434840" y="54681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José Pablo Ramírez Sánchez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434840" y="57241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@NieblaVidente · Frontend React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51937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54681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Yariel Andrey Elizondo Jiménez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57241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@yariel3199-gif · Backend, base de datos e IA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31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 del MVP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10789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Ocho funcionalidades dentro. Seis, explícitamente fuera.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664208"/>
            <a:ext cx="5394960" cy="4114800"/>
          </a:xfrm>
          <a:prstGeom prst="roundRect">
            <a:avLst>
              <a:gd name="adj" fmla="val 1778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965960"/>
            <a:ext cx="310896" cy="3108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63040" y="192938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Incluye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487168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 inicio de sesión de usuarios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ingresos y gastos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de movimientos por categorías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automático del saldo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control financiero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 metas de ahorro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por sobrepaso del presupuesto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básicas generadas por IA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664208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F4F4F3"/>
          </a:solidFill>
          <a:ln w="12700">
            <a:solidFill>
              <a:srgbClr val="F4F4F3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675120" y="1965960"/>
            <a:ext cx="310896" cy="310896"/>
          </a:xfrm>
          <a:prstGeom prst="ellipse">
            <a:avLst/>
          </a:prstGeom>
          <a:solidFill>
            <a:srgbClr val="5A6F6B"/>
          </a:solidFill>
          <a:ln w="12700">
            <a:solidFill>
              <a:srgbClr val="5A6F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0" y="19293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A6F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Fuera de alcance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2487168"/>
            <a:ext cx="4480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bancos o entidades financieras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fiscales o contables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múltiples monedas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Multiusuario dentro de una misma cuenta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de inversiones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financieros avanzados fuera del MVP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961888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MVP: demuestra la viabilidad del producto, no reemplaza una solución financiera completa.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31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y stack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10789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Monolito modular en capas — decisión D-01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4343400" cy="658368"/>
          </a:xfrm>
          <a:prstGeom prst="roundRect">
            <a:avLst>
              <a:gd name="adj" fmla="val 11111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470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103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HTTP, valida y devuelve DTOs. Sin lógica de negocio.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 rot="10800000">
            <a:off x="2761488" y="2478024"/>
            <a:ext cx="201168" cy="128016"/>
          </a:xfrm>
          <a:prstGeom prst="triangl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606040"/>
            <a:ext cx="4343400" cy="658368"/>
          </a:xfrm>
          <a:prstGeom prst="roundRect">
            <a:avLst>
              <a:gd name="adj" fmla="val 11111"/>
            </a:avLst>
          </a:prstGeom>
          <a:solidFill>
            <a:srgbClr val="0B3B36"/>
          </a:solidFill>
          <a:ln w="12700">
            <a:solidFill>
              <a:srgbClr val="0B3B36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0120" y="26700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service/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lógica. Testeable sin levantar Spring.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 rot="10800000">
            <a:off x="2761488" y="3300984"/>
            <a:ext cx="201168" cy="128016"/>
          </a:xfrm>
          <a:prstGeom prst="triangl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3429000"/>
            <a:ext cx="4343400" cy="658368"/>
          </a:xfrm>
          <a:prstGeom prst="roundRect">
            <a:avLst>
              <a:gd name="adj" fmla="val 11111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60120" y="34930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repository/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7490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 datos con Spring Data JPA.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10800000">
            <a:off x="2761488" y="4123944"/>
            <a:ext cx="201168" cy="128016"/>
          </a:xfrm>
          <a:prstGeom prst="triangl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4251960"/>
            <a:ext cx="4343400" cy="658368"/>
          </a:xfrm>
          <a:prstGeom prst="roundRect">
            <a:avLst>
              <a:gd name="adj" fmla="val 11111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431596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domain/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572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JPA. No se exponen al frontend.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440680" y="17830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40680" y="2121408"/>
            <a:ext cx="1874520" cy="438912"/>
          </a:xfrm>
          <a:prstGeom prst="roundRect">
            <a:avLst>
              <a:gd name="adj" fmla="val 16667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40680" y="212140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470648" y="2121408"/>
            <a:ext cx="1874520" cy="438912"/>
          </a:xfrm>
          <a:prstGeom prst="roundRect">
            <a:avLst>
              <a:gd name="adj" fmla="val 16667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70648" y="212140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500616" y="2121408"/>
            <a:ext cx="1874520" cy="438912"/>
          </a:xfrm>
          <a:prstGeom prst="roundRect">
            <a:avLst>
              <a:gd name="adj" fmla="val 16667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00616" y="212140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40680" y="2688336"/>
            <a:ext cx="1874520" cy="438912"/>
          </a:xfrm>
          <a:prstGeom prst="roundRect">
            <a:avLst>
              <a:gd name="adj" fmla="val 16667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40680" y="26883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470648" y="2688336"/>
            <a:ext cx="1874520" cy="438912"/>
          </a:xfrm>
          <a:prstGeom prst="roundRect">
            <a:avLst>
              <a:gd name="adj" fmla="val 16667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70648" y="26883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9500616" y="2688336"/>
            <a:ext cx="1874520" cy="438912"/>
          </a:xfrm>
          <a:prstGeom prst="roundRect">
            <a:avLst>
              <a:gd name="adj" fmla="val 16667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500616" y="26883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440680" y="340156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440680" y="3712464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frontend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3.5.3 · Java 21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backend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 ·  Docker Compose  ·  JUnit + Playwright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440680" y="4617720"/>
            <a:ext cx="6035040" cy="1325880"/>
          </a:xfrm>
          <a:prstGeom prst="roundRect">
            <a:avLst>
              <a:gd name="adj" fmla="val 5517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5715000" y="47365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esta arquitectura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715000" y="50292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alcance del MVP no justifica la complejidad operativa de servicios distribuidos, y Hexagonal o Clean agregan indirección que en tres semanas cuesta más de lo que aporta. Los módulos dejan la puerta abierta a extraer un servicio sin reescribir el dominio.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713232" y="523036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estructura de carpetas hace visible la arquitectura: es lo que se evalúa.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31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Calidad, despliegue e IA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10789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cuatro criterios técnicos transversales de la rúbrica.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755648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048256"/>
            <a:ext cx="310896" cy="3108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63040" y="20116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Pruebas automatizadas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54203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sobre service/: saldo, alertas y progreso de metas se prueban sin levantar Spring. Un flujo end-to-end con Playwright: registro, gasto y alerta.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456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pts de la rúbrica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55080" y="1755648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75120" y="2048256"/>
            <a:ext cx="310896" cy="31089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0" y="20116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Contenerización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254203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levanta los tres servicios: base de datos, API y web. Manifiestos de Deployment y Service en infra/k8s como exploración de Kubernetes.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456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pts de la rúbrica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4041648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05840" y="4334256"/>
            <a:ext cx="310896" cy="31089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463040" y="42976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Observabilidad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482803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 expone /actuator/health y /actuator/prometheus. Un filtro registra cada petición en JSON con request_id, ruta, código de estado y duración.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5742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pts de la rúbrica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55080" y="4041648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75120" y="4334256"/>
            <a:ext cx="310896" cy="310896"/>
          </a:xfrm>
          <a:prstGeom prst="ellipse">
            <a:avLst/>
          </a:prstGeom>
          <a:solidFill>
            <a:srgbClr val="0B3B36"/>
          </a:solidFill>
          <a:ln w="12700">
            <a:solidFill>
              <a:srgbClr val="0B3B3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0" y="42976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Componente de IA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482803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/ai/recommendations genera tres consejos desde el resumen del mes, con un recomendador por reglas como respaldo obligatorio (D-03).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5742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pts de la rúbrica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y demo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11704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recorrido de punta a punta por las siete funcionalidades.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288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DEMO EN VIVO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2212848"/>
            <a:ext cx="365760" cy="365760"/>
          </a:xfrm>
          <a:prstGeom prst="ellipse">
            <a:avLst/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212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2128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 inicio de sesión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852928"/>
            <a:ext cx="365760" cy="365760"/>
          </a:xfrm>
          <a:prstGeom prst="ellipse">
            <a:avLst/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852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852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un ingreso y un gasto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93008"/>
            <a:ext cx="365760" cy="365760"/>
          </a:xfrm>
          <a:prstGeom prst="ellipse">
            <a:avLst/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493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3493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el movimiento por categoría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133088"/>
            <a:ext cx="365760" cy="365760"/>
          </a:xfrm>
          <a:prstGeom prst="ellipse">
            <a:avLst/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133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4133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y panel de control financiero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4773168"/>
            <a:ext cx="365760" cy="365760"/>
          </a:xfrm>
          <a:prstGeom prst="ellipse">
            <a:avLst/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07008" y="47731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de ahorro y alerta por sobrepaso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5413248"/>
            <a:ext cx="365760" cy="3657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5413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54132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generadas por IA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1828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0" y="2212848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20840" y="2304288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Historias completadas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195560" y="2414016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0B3B36"/>
          </a:solidFill>
          <a:ln w="12700">
            <a:solidFill>
              <a:srgbClr val="0B3B3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195560" y="241401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400800" y="3264408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20840" y="3355848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automatizadas en verde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195560" y="3465576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0B3B36"/>
          </a:solidFill>
          <a:ln w="12700">
            <a:solidFill>
              <a:srgbClr val="0B3B3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95560" y="346557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400800" y="4315968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720840" y="4407408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la rúbrica cubiertos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0195560" y="4517136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0B3B36"/>
          </a:solidFill>
          <a:ln w="12700">
            <a:solidFill>
              <a:srgbClr val="0B3B3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195560" y="45171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0" y="546811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al cierre del Sprint 3: completar las tres cifras y agregar la captura de la corrida E2E (issue #18).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BudgetWise - MVP de gestion de presupuesto personal</dc:title>
  <dc:subject>PptxGenJS Presentation</dc:subject>
  <dc:creator>Equipo BudgetWise</dc:creator>
  <cp:lastModifiedBy>Equipo BudgetWise</cp:lastModifiedBy>
  <cp:revision>1</cp:revision>
  <dcterms:created xsi:type="dcterms:W3CDTF">2026-09-12T01:02:29Z</dcterms:created>
  <dcterms:modified xsi:type="dcterms:W3CDTF">2026-09-12T01:02:29Z</dcterms:modified>
</cp:coreProperties>
</file>