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— 1 minuto. Habla Pablo. Tiempo total propuesto para toda la presentacion: 10 minutos. El enunciado no fija duracion (solo dice maximo 5 filminas y formato breve y claro), asi que este reparto es un objetivo del equipo. Abrir por el problema, no por el equipo: llevar las cuentas a mano no dice en que se fue el mes. Presentar a los tres en 15 segundos, sin detallar roles. Cerrar con el objetivo, que es textual del enunciado: administrar las finanzas basicas de forma clara, organizada y confiable. No leer la filmina.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— 1 minuto 30. Habla Pablo. Decir que son ocho funcionalidades y nombrarlas en bloque, sin leerlas una por una. Dedicar la mitad del tiempo a la columna derecha: las exclusiones salen del enunciado y mostrar que se leyeron suma. Frase util: no implementamos nada de esto, ni siquiera dejado preparado. Si preguntan por que no hay integracion bancaria: esta excluida explicitamente por el profesor.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— 2 minutos. Habla Yariel, si se acepta el reparto de la #21. D-01 en una frase: monolito modular en capas, porque el alcance del MVP no justifica servicios distribuidos y los modulos permiten extraer uno mas adelante sin reescribir el dominio. El punto fuerte es por que service/ esta separado: es lo que permite probar el saldo, las alertas y el progreso de metas sin levantar Spring, y de ahi salen 8 puntos de pruebas. Mencionar D-05: se volvio a Spring Boot 3.5.3 a proposito, no por descuido. Si preguntan por que no microservicios, las alternativas consideradas estan en D-01.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— 2 minutos. Habla Felipe, si se acepta el reparto de la #21. Una frase por tarjeta, sin leerlas. Orden: pruebas, contenerizacion, observabilidad, IA. Material de respaldo para preguntas, que a proposito NO esta en la filmina porque no se leeria: docs/scrum/capturas/observabilidad-metricas.png y observabilidad-logs.png, y los manifiestos de infra/k8s/. Sobre la IA, ser honesto: hay un recomendador por reglas como respaldo (D-03) para no depender de una llamada de red el dia de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— 3 minutos 30, de los cuales 2:30 son la demo en vivo. Habla Pablo. Primero las cifras, 30 segundos. Despues la demo, siguiendo los seis pasos en orden y sin improvisar. Tener la aplicacion levantada y con sesion iniciada ANTES de empezar: no se arranca docker compose delante del profesor. Plan B si la demo falla: mostrar la captura de la corrida E2E (issue #18). ESTA FILMINA SIGUE INCOMPLETA: las tres cifras se llenan al cerrar el Sprint 3, con datos reales. No presentar numeros inventados. Falta pedirle a Felipe la captura de la #18 antes del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BudgetWise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350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 gestión de presupuesto personal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556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II  ·  Universidad Invenio  ·  Septiembre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487168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0514A"/>
          </a:solidFill>
          <a:ln w="12700">
            <a:solidFill>
              <a:srgbClr val="105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761488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44752" y="27249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2461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el control del dinero a mano es tedioso y no da visibilidad: no se sabe en qué se fue el mes, cuánto queda disponible, ni cuándo se pasó del presupuesto.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487168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0514A"/>
          </a:solidFill>
          <a:ln w="12700">
            <a:solidFill>
              <a:srgbClr val="1051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2761488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22592" y="27249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objetivo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32461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MVP que permita administrar las finanzas básicas de forma clara, organizada y confiable, aplicando desarrollo ágil, arquitectura, pruebas automatizadas y despliegue moderno.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F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1937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468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7241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@PipeDevGit · DevOps, CI, observabilidad y E2E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51937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5468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Pablo Ramírez Sánchez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57241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@NieblaVidente · Frontend React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51937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5468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Yariel Andrey Elizondo Jiménez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57241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@yariel3199-gif · Backend, base de datos e 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MVP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funcionalidades dentro. Seis, explícitamente fuera.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65960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19293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Incluye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487168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2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inicio de sesión de usuarios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2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ingresos y gastos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2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movimientos por categorías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2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del saldo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2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control financiero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2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metas de ahorro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2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por sobrepaso del presupuesto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2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básicas generadas por 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664208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3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0" y="1965960"/>
            <a:ext cx="310896" cy="310896"/>
          </a:xfrm>
          <a:prstGeom prst="ellipse">
            <a:avLst/>
          </a:prstGeom>
          <a:solidFill>
            <a:srgbClr val="5A6F6B"/>
          </a:solidFill>
          <a:ln w="12700">
            <a:solidFill>
              <a:srgbClr val="5A6F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Fuera de alcance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487168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bancos o entidades financieras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fiscales o contables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múltiples monedas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Multiusuario dentro de una misma cuenta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inversiones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financieros avanzados fuera del MVP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59618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MVP: demuestra la viabilidad del producto, no reemplaza una solución financiera completa.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stack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modular en capas — decisión D-01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3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47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controller/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HTTP, valida y devuelve DTOs. Sin lógica de negocio.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rot="10800000">
            <a:off x="2761488" y="2478024"/>
            <a:ext cx="201168" cy="128016"/>
          </a:xfrm>
          <a:prstGeom prst="triangl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606040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0B3B36"/>
          </a:solidFill>
          <a:ln w="12700">
            <a:solidFill>
              <a:srgbClr val="0B3B36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36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2670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service/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lógica. Testeable sin levantar Spring.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rot="10800000">
            <a:off x="2761488" y="3300984"/>
            <a:ext cx="201168" cy="128016"/>
          </a:xfrm>
          <a:prstGeom prst="triangl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29000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36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3493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repository/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 con Spring Data JPA.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10800000">
            <a:off x="2761488" y="4123944"/>
            <a:ext cx="201168" cy="128016"/>
          </a:xfrm>
          <a:prstGeom prst="triangl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251960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36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572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JPA. No se exponen al frontend.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1783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2121408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212140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70648" y="2121408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70648" y="212140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500616" y="2121408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0616" y="212140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40680" y="2688336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0680" y="26883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70648" y="2688336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70648" y="26883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500616" y="2688336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00616" y="26883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34015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40680" y="3712464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2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frontend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2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3.5.3 · Java 21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backend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Docker Compose  ·  JUnit + Vitest + Playwright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40680" y="4617720"/>
            <a:ext cx="6035040" cy="1325880"/>
          </a:xfrm>
          <a:prstGeom prst="roundRect">
            <a:avLst>
              <a:gd name="adj" fmla="val 5517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36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7150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arquitectura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715000" y="5029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del MVP no justifica la complejidad operativa de servicios distribuidos, y Hexagonal o Clean agregan indirección que en tres semanas cuesta más de lo que aporta. Los módulos dejan la puerta abierta a extraer un servicio sin reescribir el dominio.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52303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 carpetas hace visible la arquitectura: es lo que se evalúa.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Calidad, despliegue e IA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criterios técnicos transversales de la rúbrica.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55648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48256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20116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automatizadas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4203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sobre service/ en el backend y Vitest en el frontend: el saldo, las alertas y el progreso de metas se prueban sin levantar Spring. Un flujo end-to-end con Playwright: registro, gasto y saldo actualizado.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 de la rúbrica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755648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048256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20116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Contenerización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54203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levanta los tres servicios: base de datos, API y web. Manifiestos de Deployment y Service en infra/k8s como exploración de Kubernetes.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pts de la rúbrica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041648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3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334256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63040" y="42976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82803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expone /actuator/health y /actuator/prometheus. Un filtro registra cada petición en JSON con request_id, ruta, código de estado y duración.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742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pts de la rúbrica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4041648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0F7F5"/>
          </a:solidFill>
          <a:ln w="12700">
            <a:solidFill>
              <a:srgbClr val="F0F7F5"/>
            </a:solidFill>
            <a:prstDash val="solid"/>
          </a:ln>
          <a:effectLst>
            <a:outerShdw sx="100000" sy="100000" kx="0" ky="0" algn="bl" rotWithShape="0" blurRad="127000" dist="25400" dir="5400000">
              <a:srgbClr val="0B3B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4334256"/>
            <a:ext cx="310896" cy="310896"/>
          </a:xfrm>
          <a:prstGeom prst="ellipse">
            <a:avLst/>
          </a:prstGeom>
          <a:solidFill>
            <a:srgbClr val="0B3B36"/>
          </a:solidFill>
          <a:ln w="12700">
            <a:solidFill>
              <a:srgbClr val="0B3B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0" y="42976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de IA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82803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/ai/recommendations genera tres consejos desde el resumen del mes, con un recomendador por reglas como respaldo obligatorio (D-03).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5742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pts de la rúbrica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y demo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de punta a punta por las ocho funcionalidades.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F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DEMO EN VIVO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212848"/>
            <a:ext cx="365760" cy="365760"/>
          </a:xfrm>
          <a:prstGeom prst="ellipse">
            <a:avLst/>
          </a:prstGeom>
          <a:solidFill>
            <a:srgbClr val="10514A"/>
          </a:solidFill>
          <a:ln w="12700">
            <a:solidFill>
              <a:srgbClr val="1051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212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inicio de sesión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852928"/>
            <a:ext cx="365760" cy="365760"/>
          </a:xfrm>
          <a:prstGeom prst="ellipse">
            <a:avLst/>
          </a:prstGeom>
          <a:solidFill>
            <a:srgbClr val="10514A"/>
          </a:solidFill>
          <a:ln w="12700">
            <a:solidFill>
              <a:srgbClr val="1051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852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ingreso y un gasto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493008"/>
            <a:ext cx="365760" cy="365760"/>
          </a:xfrm>
          <a:prstGeom prst="ellipse">
            <a:avLst/>
          </a:prstGeom>
          <a:solidFill>
            <a:srgbClr val="10514A"/>
          </a:solidFill>
          <a:ln w="12700">
            <a:solidFill>
              <a:srgbClr val="1051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3493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el movimiento por categoría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133088"/>
            <a:ext cx="365760" cy="365760"/>
          </a:xfrm>
          <a:prstGeom prst="ellipse">
            <a:avLst/>
          </a:prstGeom>
          <a:solidFill>
            <a:srgbClr val="10514A"/>
          </a:solidFill>
          <a:ln w="12700">
            <a:solidFill>
              <a:srgbClr val="1051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4133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y panel de control financiero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773168"/>
            <a:ext cx="365760" cy="365760"/>
          </a:xfrm>
          <a:prstGeom prst="ellipse">
            <a:avLst/>
          </a:prstGeom>
          <a:solidFill>
            <a:srgbClr val="10514A"/>
          </a:solidFill>
          <a:ln w="12700">
            <a:solidFill>
              <a:srgbClr val="1051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773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ahorro y alerta por sobrepaso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413248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5413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generadas por IA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1828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F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212848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0514A"/>
          </a:solidFill>
          <a:ln w="12700">
            <a:solidFill>
              <a:srgbClr val="1051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23042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completadas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195560" y="2414016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B3B36"/>
          </a:solidFill>
          <a:ln w="12700">
            <a:solidFill>
              <a:srgbClr val="0B3B3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95560" y="24140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00800" y="3264408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0514A"/>
          </a:solidFill>
          <a:ln w="12700">
            <a:solidFill>
              <a:srgbClr val="1051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20840" y="33558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 en verde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195560" y="3465576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B3B36"/>
          </a:solidFill>
          <a:ln w="12700">
            <a:solidFill>
              <a:srgbClr val="0B3B3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95560" y="34655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00800" y="4315968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0514A"/>
          </a:solidFill>
          <a:ln w="12700">
            <a:solidFill>
              <a:srgbClr val="1051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20840" y="44074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la rúbrica cubiertos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195560" y="4517136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B3B36"/>
          </a:solidFill>
          <a:ln w="12700">
            <a:solidFill>
              <a:srgbClr val="0B3B3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195560" y="451713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546811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8F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al cierre del Sprint 3: completar las tres cifras y agregar la captura de la corrida E2E (issue #18).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BudgetWise - MVP de gestion de presupuesto personal</dc:title>
  <dc:subject>PptxGenJS Presentation</dc:subject>
  <dc:creator>Equipo BudgetWise</dc:creator>
  <cp:lastModifiedBy>Equipo BudgetWise</cp:lastModifiedBy>
  <cp:revision>1</cp:revision>
  <dcterms:created xsi:type="dcterms:W3CDTF">2026-09-12T17:17:15Z</dcterms:created>
  <dcterms:modified xsi:type="dcterms:W3CDTF">2026-09-12T17:17:15Z</dcterms:modified>
</cp:coreProperties>
</file>